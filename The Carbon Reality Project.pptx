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Outfit" panose="020B0604020202020204" charset="0"/>
      <p:regular r:id="rId8"/>
      <p:bold r:id="rId9"/>
    </p:embeddedFont>
    <p:embeddedFont>
      <p:font typeface="Outfit Light" panose="020B0604020202020204" charset="0"/>
      <p:regular r:id="rId10"/>
      <p:bold r:id="rId11"/>
    </p:embeddedFont>
    <p:embeddedFont>
      <p:font typeface="Space Grotesk" panose="020B0604020202020204" charset="0"/>
      <p:regular r:id="rId12"/>
      <p:bold r:id="rId13"/>
    </p:embeddedFont>
    <p:embeddedFont>
      <p:font typeface="Space Grotesk SemiBold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0050" y="2349860"/>
            <a:ext cx="363855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455419" y="3007072"/>
            <a:ext cx="928116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Carbon Reality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76400" y="3951833"/>
            <a:ext cx="8839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Outfit Light"/>
                <a:ea typeface="Outfit Light"/>
                <a:cs typeface="Outfit Light"/>
                <a:sym typeface="Outfit Light"/>
              </a:rPr>
              <a:t>Uncovering the truth behind global emissions, energy, and climate progress.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7200" y="2459385"/>
            <a:ext cx="20002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85045"/>
            <a:ext cx="2547937" cy="268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985045"/>
            <a:ext cx="2547937" cy="268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985045"/>
            <a:ext cx="2547937" cy="268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985045"/>
            <a:ext cx="2547937" cy="26821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23837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MSc Data Science and Analytics, University of Leeds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64468" y="328032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80373" y="4232820"/>
            <a:ext cx="153019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Krithik Sharan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31081" y="4985295"/>
            <a:ext cx="16287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mxnp0398@leeds.ac.uk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8156" y="328032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3714035" y="4232820"/>
            <a:ext cx="19302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Uday Kiran Reddy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898106" y="4985295"/>
            <a:ext cx="1562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gfqr0053@leeds.ac.uk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31843" y="328032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512718" y="4232820"/>
            <a:ext cx="2000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Haritej Karimisett</a:t>
            </a:r>
            <a:r>
              <a:rPr lang="en-US" sz="1650" b="1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i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60368" y="4985295"/>
            <a:ext cx="1504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tctn0725@leeds.ac.uk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5531" y="328032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9471421" y="4232820"/>
            <a:ext cx="175021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Asjad Moiz Khan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565481" y="4985295"/>
            <a:ext cx="1562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gfqs0308@leeds.ac.uk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78781" y="347082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12468" y="347082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22343" y="347082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08406" y="347082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</a:t>
            </a:r>
            <a:r>
              <a:rPr lang="en-US" sz="3150" b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 </a:t>
            </a: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Team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695450" y="2055465"/>
            <a:ext cx="8801100" cy="2080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Are we actually reducing emissions… or just reshaping them?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795837" y="4516635"/>
            <a:ext cx="2600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THE CORE QUESTION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33450" y="2436465"/>
            <a:ext cx="561975" cy="14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"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696575" y="4326139"/>
            <a:ext cx="561975" cy="14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8BDF8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478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18478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Carbon Reality Project is a multi-layered data storytelling system that challenges conventional narratives around climate progress.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9051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Powered by a unified data pipeline processing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380+ EIA datasets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covering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231 countries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from 1980 to 2023, we ask harder questions: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39624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Are emissions truly decreasing globally - or being outsourced?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47625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Do renewables actually reduce emissions, or just coexist?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57250" y="52578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Who is actually responsible, and what does fairness look like?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5740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39624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47625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52578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→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Overview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4625" y="3558480"/>
            <a:ext cx="6762750" cy="8267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295275" y="1663005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Demo Available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272980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 installation required. Explore the data yourself.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4956720"/>
            <a:ext cx="11049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Data &amp; AI Hackathon 2026 • University of Leeds • Track 2: Earth, Environment &amp; Climate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3105150" y="3758505"/>
            <a:ext cx="59817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10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illusionofclimateprogression.netlify.app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05150" y="3834705"/>
            <a:ext cx="2762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Widescreen</PresentationFormat>
  <Paragraphs>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Space Grotesk SemiBold</vt:lpstr>
      <vt:lpstr>Outfit Light</vt:lpstr>
      <vt:lpstr>Arial</vt:lpstr>
      <vt:lpstr>Calibri</vt:lpstr>
      <vt:lpstr>Space Grotesk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Krithik Sharan</cp:lastModifiedBy>
  <cp:revision>1</cp:revision>
  <dcterms:modified xsi:type="dcterms:W3CDTF">2026-03-31T12:33:58Z</dcterms:modified>
</cp:coreProperties>
</file>